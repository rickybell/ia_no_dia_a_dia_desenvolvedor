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Perguntar à audiência se a IA vai substituir profissionais.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Explorar a percepção comum sobre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IA como ferramenta de apoio.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usos reais e simples.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Reforçar limitações da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era o trabalho antes da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Ganhos de produtividade.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Executar prompt do Docker Compose.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refinamento dos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Executar exemplo de CRUD e testes.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qualidade e cobertura.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revisão de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conversão entre linguagens.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apoio à arquitetura.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Aplicações em outras profissões.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 no dia a dia de um desenvolvedor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Como a IA aumenta produtividade e qualidade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Uma pergunta para começar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IA vai substituir profissionais?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Uma visão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IA como assistente, revisor e acelerador de tarefas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a IA faz hoje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Sugere • Explica • Documenta • Revisa • Automatiza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ela não faz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Não entende o negócio sozinha</a:t>
            </a:r>
          </a:p>
          <a:p>
            <a:r>
              <a:t>Não substitui conhecimento e experiência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da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Pesquisa, configuração e tarefas repetitivas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Depois da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Mais foco em decisões e problemas de negócio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Demonstração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Docker Compose: do básico às boas práticas</a:t>
            </a:r>
          </a:p>
        </p:txBody>
      </p:sp>
      <p:sp>
        <p:nvSpPr>
          <p:cNvPr id="4" name="Chevron 3"/>
          <p:cNvSpPr/>
          <p:nvPr/>
        </p:nvSpPr>
        <p:spPr>
          <a:xfrm>
            <a:off x="914400" y="2743200"/>
            <a:ext cx="5486400" cy="73152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Exemplo prático ao vivo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Evolução do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Quanto melhor a pergunta, melhor o resultado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Demonstração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CRUD completo + testes unitários + integração</a:t>
            </a:r>
          </a:p>
        </p:txBody>
      </p:sp>
      <p:sp>
        <p:nvSpPr>
          <p:cNvPr id="4" name="Chevron 3"/>
          <p:cNvSpPr/>
          <p:nvPr/>
        </p:nvSpPr>
        <p:spPr>
          <a:xfrm>
            <a:off x="914400" y="2743200"/>
            <a:ext cx="5486400" cy="73152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Exemplo prático ao vivo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Qualidade de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IA ajuda a criar testes e revisar código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Demonstração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Revisão de código como um desenvolvedor sênior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Demonstração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Java → .NET → Python</a:t>
            </a:r>
          </a:p>
        </p:txBody>
      </p:sp>
      <p:sp>
        <p:nvSpPr>
          <p:cNvPr id="4" name="Chevron 3"/>
          <p:cNvSpPr/>
          <p:nvPr/>
        </p:nvSpPr>
        <p:spPr>
          <a:xfrm>
            <a:off x="914400" y="2743200"/>
            <a:ext cx="5486400" cy="73152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Exemplo prático ao vivo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Mais que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Discussão de arquitetura e boas práticas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Além da tecnologia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Advogados • Médicos • Professores • Gestores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Mensagem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IA não substitui o especialista.</a:t>
            </a:r>
          </a:p>
          <a:p>
            <a:r>
              <a:t>Ela amplia a capacidade do especialista.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